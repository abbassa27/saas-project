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SaaS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Growth &amp; 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struggle to get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Automation + Funnel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SaaS (AI, SEO, CRM, Marketing)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SaaS &amp; Freelance Economy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+ Upsells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Product + Scalable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Become leading AI SaaS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